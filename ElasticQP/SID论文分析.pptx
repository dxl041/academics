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6705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15" y="2559685"/>
            <a:ext cx="3702050" cy="16179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09015" y="435927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RDMA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在小消息场景下带宽利用率低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左图：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 write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64B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消息性能与理论线速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gap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极大，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4K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以上才能打满带宽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右图：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OpenShMem Put/Get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内存语义小消息操作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IOPS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性能低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160" y="881380"/>
            <a:ext cx="7229475" cy="14573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9045" y="3362960"/>
            <a:ext cx="55702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WQE</a:t>
            </a:r>
            <a:r>
              <a:rPr lang="zh-CN" altLang="en-US"/>
              <a:t>并行的保序是否类似于</a:t>
            </a:r>
            <a:r>
              <a:rPr lang="en-US" altLang="zh-CN"/>
              <a:t>UB</a:t>
            </a:r>
            <a:r>
              <a:rPr lang="zh-CN" altLang="en-US"/>
              <a:t>的</a:t>
            </a:r>
            <a:r>
              <a:rPr lang="en-US" altLang="zh-CN"/>
              <a:t>ROI/ROT</a:t>
            </a:r>
            <a:r>
              <a:rPr lang="zh-CN" altLang="en-US"/>
              <a:t>等事务模型？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Sec.3.1</a:t>
            </a:r>
            <a:r>
              <a:rPr lang="zh-CN" altLang="en-US"/>
              <a:t>的后半段，很多</a:t>
            </a:r>
            <a:r>
              <a:rPr lang="en-US" altLang="zh-CN"/>
              <a:t>term</a:t>
            </a:r>
            <a:r>
              <a:rPr lang="zh-CN" altLang="en-US"/>
              <a:t>啥意思：</a:t>
            </a:r>
            <a:r>
              <a:rPr lang="en-US" altLang="zh-CN"/>
              <a:t>MMIO</a:t>
            </a:r>
            <a:r>
              <a:rPr lang="zh-CN" altLang="en-US"/>
              <a:t>、</a:t>
            </a:r>
            <a:r>
              <a:rPr lang="en-US" altLang="zh-CN"/>
              <a:t>batching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WPS 演示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Windows11</dc:creator>
  <cp:lastModifiedBy>dxl</cp:lastModifiedBy>
  <cp:revision>7</cp:revision>
  <dcterms:created xsi:type="dcterms:W3CDTF">2023-08-09T12:44:00Z</dcterms:created>
  <dcterms:modified xsi:type="dcterms:W3CDTF">2026-08-22T05:51:49Z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722855D106AD41208D0D1653145C499C_12</vt:lpwstr>
  </property>
</Properties>
</file>