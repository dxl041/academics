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表格 3"/>
          <p:cNvGraphicFramePr/>
          <p:nvPr/>
        </p:nvGraphicFramePr>
        <p:xfrm>
          <a:off x="516255" y="458470"/>
          <a:ext cx="1116012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0000"/>
                <a:gridCol w="1860000"/>
                <a:gridCol w="1860000"/>
                <a:gridCol w="1860000"/>
                <a:gridCol w="1860000"/>
                <a:gridCol w="1860000"/>
              </a:tblGrid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</a:rPr>
                        <a:t>现有研究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简述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源路由方式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&amp;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选路策略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均衡粒度（乱序处理）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端侧开销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分析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[Harp, NSDI’26]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复旦张凯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腾讯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源端口路径控制+带内探测实现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VPC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亚秒级故障恢复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VXLAN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源端口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端侧维护路径状态表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仅适合故障换路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[ZooRoute, NSDI’26]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北邮潘恬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阿里云祝顺民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VXLAN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源端口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[BiFrost, NSDI’26]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上交江波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阿里云祝顺民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VXLAN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源端口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[REPS, EuroSys‘26]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ETH Torsten+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微软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[VeRoCE, 2026]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字节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[MRC, 2026]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OpenAI+</a:t>
                      </a:r>
                      <a:r>
                        <a:rPr lang="zh-CN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微软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+AMD+</a:t>
                      </a:r>
                      <a:r>
                        <a:rPr lang="zh-CN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博通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+Nvidia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1163320" y="605155"/>
            <a:ext cx="9654540" cy="28917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强端弱网背景下，负载均衡转移到端侧，网内是静态的传输管道（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ECMP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哈希或静默执行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SRv6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）；也许适合故障切换，但端侧能否承担负载均衡功能？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交换机才是感知路径状态的第一场所，而且不同流、不同端侧维护的路径状态信息是互不感知的，极大可能在网内碰撞，导致不断切换路径、难以收敛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交换机感知路径状态的周期是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4us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，端侧感知周期是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RTT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级别的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，从技术合理性上来看，端侧源路由是否有必要性？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）故障感知快，通算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Harp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ZooRoute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、智算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REPS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皆是此出发点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，如果源路由不如网内负载均衡，则无需继续思考</a:t>
            </a: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，如果源路由有价值，那么网内交换机怎么辅助它？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比如，交换机根据当前路径状态动态哈希</a:t>
            </a: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556</Words>
  <Application>WPS 演示</Application>
  <PresentationFormat>宽屏</PresentationFormat>
  <Paragraphs>56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Windows11</dc:creator>
  <cp:lastModifiedBy>dxl</cp:lastModifiedBy>
  <cp:revision>28</cp:revision>
  <dcterms:created xsi:type="dcterms:W3CDTF">2023-08-09T12:44:00Z</dcterms:created>
  <dcterms:modified xsi:type="dcterms:W3CDTF">2026-07-21T14:37:41Z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23076AA259E247809A4B9A6BC009FAF5_12</vt:lpwstr>
  </property>
</Properties>
</file>