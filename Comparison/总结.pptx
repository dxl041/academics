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1" r:id="rId5"/>
    <p:sldId id="264" r:id="rId6"/>
    <p:sldId id="260" r:id="rId7"/>
    <p:sldId id="266" r:id="rId8"/>
    <p:sldId id="258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516255" y="458470"/>
          <a:ext cx="1116012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000"/>
                <a:gridCol w="1860000"/>
                <a:gridCol w="1860000"/>
                <a:gridCol w="1860000"/>
                <a:gridCol w="1860000"/>
                <a:gridCol w="1860000"/>
              </a:tblGrid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</a:rPr>
                        <a:t>现有研究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简述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源路由方式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&amp;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选路策略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均衡粒度（乱序处理）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端侧开销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分析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[Harp,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复旦张凯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腾讯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源端口路径控制+带内探测实现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VPC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亚秒级故障恢复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端侧维护路径状态表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仅适合故障换路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[ZooRoute,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北邮潘恬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阿里云祝顺民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[BiFrost, NSDI’26]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上交江波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阿里云祝顺民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VXLAN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源端口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[REPS, EuroSys‘26]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ETH Torsten+</a:t>
                      </a: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微软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[VeRoCE, 2026]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字节</a:t>
                      </a: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[MRC, 2026]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OpenAI+</a:t>
                      </a:r>
                      <a:r>
                        <a:rPr lang="zh-CN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微软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+AMD+</a:t>
                      </a:r>
                      <a:r>
                        <a:rPr lang="zh-CN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博通</a:t>
                      </a:r>
                      <a:r>
                        <a:rPr lang="en-US" altLang="zh-CN" sz="1400" b="0">
                          <a:solidFill>
                            <a:schemeClr val="tx1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+Nvidia</a:t>
                      </a:r>
                      <a:endParaRPr lang="en-US" altLang="zh-CN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1400" b="0">
                        <a:solidFill>
                          <a:schemeClr val="tx1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163320" y="605155"/>
            <a:ext cx="9654540" cy="28917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强端弱网背景下，负载均衡转移到端侧，网内是静态的传输管道（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ECMP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哈希或静默执行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SRv6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）；也许适合故障切换，但端侧能否承担负载均衡功能？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交换机才是感知路径状态的第一场所，而且不同流、不同端侧维护的路径状态信息是互不感知的，极大可能在网内碰撞，导致不断切换路径、难以收敛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交换机感知路径状态的周期是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4us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，端侧感知周期是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RTT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级别的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，从技术合理性上来看，端侧源路由是否有必要性？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）故障感知快，通算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Harp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ZooRoute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、智算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REPS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皆是此出发点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，如果源路由不如网内负载均衡，则无需继续思考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，如果源路由有价值，那么网内交换机怎么辅助它？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</a:rPr>
              <a:t>比如，交换机根据当前路径状态动态哈希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网络故障的影响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986155" y="1738630"/>
            <a:ext cx="9072880" cy="246697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1425"/>
              </a:lnSpc>
            </a:pPr>
            <a:r>
              <a:rPr lang="en-US" altLang="zh-CN"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Source</a:t>
            </a:r>
            <a:r>
              <a:rPr lang="zh-CN" altLang="en-US"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REPS</a:t>
            </a:r>
            <a:endParaRPr lang="en-US" altLang="zh-CN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endParaRPr lang="en-US" altLang="zh-CN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，强力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Motivation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近期研究表明，链路故障对训练时间和经济成本的影响极为严重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单条链路故障在分布式训练负载中的成本影响可达云负载的约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倍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[25, 54]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。加之系统规模仍在持续增长，凸显了对一种传输层的需求：其负载均衡方案必须能近乎即时地（如在几个往返时延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RTT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内）适应网络故障以及由此带来的拓扑带宽不对称。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————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假设排除一条故障电缆并将其从路由组中移除需要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10ms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，在此过渡期间数据包仍会被路由到该故障组，导致丢包。具体而言，以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KiB MTU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400 Gbps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链路计算，将可能导致超过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120000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个数据包（约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0.5 GB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）的丢失（不计拥塞控制的影响）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，现有方案在故障场景下有何不足？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论文在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Introducetion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中声称，现有负载均衡方案在故障场景下的负载均衡效果差、无法规避故障路径，论文所提的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REPS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则是能在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100us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内快速感知并规避故障路径，并且基于逐包实现良好的负载均衡效果。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【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REPS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不仅规避故障，而且负载均衡】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5605" y="2816225"/>
            <a:ext cx="6467475" cy="39433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44500" y="177800"/>
            <a:ext cx="11247755" cy="264985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ts val="1425"/>
              </a:lnSpc>
            </a:pPr>
            <a:r>
              <a:rPr lang="en-US" altLang="zh-CN"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Source</a:t>
            </a:r>
            <a:r>
              <a:rPr lang="zh-CN" altLang="en-US"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altLang="zh-CN"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MRC</a:t>
            </a:r>
            <a:endParaRPr lang="en-US" altLang="zh-CN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endParaRPr lang="en-US" altLang="zh-CN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Link Flaps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：由于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光模块故障、光纤连接松动、温度漂移等，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一条物理链路的状态在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up（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正常）↔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down（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断开）之间反复切换。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每次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up→down→up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都会触发：                                                                           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1. 路由协议（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BGP）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重新收敛，反复通告路由变化                                                         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2. 数据面黑洞（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down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期间流量丢失）                                                                   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3. ECMP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集合变化 → 哈希重映射 → 大范围乱序                                                           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4. 运维人员要反复处理告警        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在 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MRC 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之前，一条抖动链路被判定需维修时，会被管理性下线（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administratively taken down），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数据流量不能使用它，只有维修并测试通过后才恢复上线。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现在链路在维修期间保持服务：链路掉线时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MRC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将其映射出去（不使用该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EV），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只有在一段时间内有足够多 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probe 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成功时才把它带回。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endParaRPr lang="en-US" altLang="zh-CN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ts val="1425"/>
              </a:lnSpc>
            </a:pP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，另外，交换机软件故障会导致控制平面与数据平面不一致，控制平面无法准确检测数据平面故障。</a:t>
            </a:r>
            <a:r>
              <a:rPr lang="en-US" altLang="zh-CN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OpenAI</a:t>
            </a:r>
            <a:r>
              <a:rPr lang="zh-CN" altLang="en-US" sz="12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实际观测到，控制平面和链路都正常，但交换机停止转发数据包。</a:t>
            </a:r>
            <a:endParaRPr lang="zh-CN" altLang="en-US" sz="12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1770" y="1382395"/>
            <a:ext cx="4335780" cy="353695"/>
          </a:xfrm>
        </p:spPr>
        <p:txBody>
          <a:bodyPr/>
          <a:p>
            <a:pPr algn="ctr"/>
            <a:r>
              <a:rPr lang="en-US" altLang="zh-CN" sz="1600"/>
              <a:t>REPS</a:t>
            </a:r>
            <a:r>
              <a:rPr lang="zh-CN" altLang="en-US" sz="1600"/>
              <a:t>：基于源路由规避故障的逐包负载均衡</a:t>
            </a:r>
            <a:endParaRPr lang="zh-CN" altLang="en-US" sz="1600"/>
          </a:p>
        </p:txBody>
      </p:sp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43535" y="1852930"/>
            <a:ext cx="4034155" cy="25812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43535" y="4631690"/>
            <a:ext cx="403352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源路由：发送端配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UDP sport + 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交换机哈希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核心流程：负载均衡随机喷洒，并持续缓存</a:t>
            </a: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条轻载路径，供故障使用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故障检测：基于超时感知丢包，从丢包识别故障丢包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packet trimming</a:t>
            </a:r>
            <a:r>
              <a:rPr lang="zh-CN" altLang="en-US" sz="1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</a:t>
            </a:r>
            <a:r>
              <a:rPr lang="en-US" altLang="zh-CN" sz="1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</a:t>
            </a:r>
            <a:r>
              <a:rPr lang="en-US" altLang="zh-CN" sz="1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timeout</a:t>
            </a:r>
            <a:r>
              <a:rPr lang="zh-CN" altLang="en-US" sz="1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经验法</a:t>
            </a:r>
            <a:endParaRPr lang="zh-CN" altLang="en-US" sz="1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838200" y="134620"/>
            <a:ext cx="10515600" cy="730250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智算网络下的逐包负载均衡</a:t>
            </a:r>
            <a:endParaRPr lang="zh-CN" altLang="en-US" sz="2800"/>
          </a:p>
        </p:txBody>
      </p:sp>
      <p:sp>
        <p:nvSpPr>
          <p:cNvPr id="6" name="标题 1"/>
          <p:cNvSpPr>
            <a:spLocks noGrp="1"/>
          </p:cNvSpPr>
          <p:nvPr/>
        </p:nvSpPr>
        <p:spPr>
          <a:xfrm>
            <a:off x="4733925" y="1382395"/>
            <a:ext cx="3775710" cy="3536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600"/>
              <a:t>veRoCE</a:t>
            </a:r>
            <a:endParaRPr lang="en-US" altLang="zh-CN" sz="1600"/>
          </a:p>
        </p:txBody>
      </p:sp>
      <p:sp>
        <p:nvSpPr>
          <p:cNvPr id="7" name="标题 1"/>
          <p:cNvSpPr>
            <a:spLocks noGrp="1"/>
          </p:cNvSpPr>
          <p:nvPr/>
        </p:nvSpPr>
        <p:spPr>
          <a:xfrm>
            <a:off x="8715375" y="1382395"/>
            <a:ext cx="3391535" cy="3536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1600"/>
              <a:t>MRC</a:t>
            </a:r>
            <a:endParaRPr lang="en-US" altLang="zh-CN" sz="1600"/>
          </a:p>
        </p:txBody>
      </p:sp>
      <p:sp>
        <p:nvSpPr>
          <p:cNvPr id="8" name="文本框 7"/>
          <p:cNvSpPr txBox="1"/>
          <p:nvPr/>
        </p:nvSpPr>
        <p:spPr>
          <a:xfrm>
            <a:off x="6296025" y="3524885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本页应该只讲</a:t>
            </a:r>
            <a:r>
              <a:rPr lang="en-US" altLang="zh-CN"/>
              <a:t>EV-based LB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EV</a:t>
            </a:r>
            <a:r>
              <a:rPr lang="zh-CN" altLang="en-US"/>
              <a:t>有多少、怎么维护，怎么换路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怎么检测故障，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UBG</a:t>
            </a:r>
            <a:r>
              <a:rPr lang="zh-CN" altLang="zh-CN"/>
              <a:t>负载均衡</a:t>
            </a:r>
            <a:endParaRPr lang="zh-CN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078230" y="2891790"/>
            <a:ext cx="837819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逐流：单</a:t>
            </a:r>
            <a:r>
              <a:rPr lang="en-US" altLang="zh-CN"/>
              <a:t>TP</a:t>
            </a:r>
            <a:r>
              <a:rPr lang="zh-CN" altLang="en-US"/>
              <a:t>、多</a:t>
            </a:r>
            <a:r>
              <a:rPr lang="en-US" altLang="zh-CN"/>
              <a:t>TP</a:t>
            </a:r>
            <a:endParaRPr lang="zh-CN" altLang="en-US"/>
          </a:p>
          <a:p>
            <a:r>
              <a:rPr lang="zh-CN" altLang="en-US"/>
              <a:t>逐包：</a:t>
            </a:r>
            <a:endParaRPr lang="zh-CN" altLang="en-US"/>
          </a:p>
          <a:p>
            <a:r>
              <a:rPr lang="zh-CN" altLang="en-US"/>
              <a:t>乱序接收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故障恢复时间？</a:t>
            </a:r>
            <a:endParaRPr lang="zh-CN" altLang="en-US"/>
          </a:p>
          <a:p>
            <a:r>
              <a:rPr lang="en-US" altLang="zh-CN"/>
              <a:t>CBFC</a:t>
            </a:r>
            <a:r>
              <a:rPr lang="zh-CN" altLang="en-US"/>
              <a:t>机制下，故障是什么现象？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UB</a:t>
            </a:r>
            <a:r>
              <a:rPr lang="zh-CN" altLang="en-US"/>
              <a:t>无损，没有</a:t>
            </a:r>
            <a:r>
              <a:rPr lang="en-US" altLang="zh-CN"/>
              <a:t>trimming</a:t>
            </a:r>
            <a:r>
              <a:rPr lang="zh-CN" altLang="en-US"/>
              <a:t>，但仍然会有故障，所以解决方案会有何不同？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409825" y="826135"/>
            <a:ext cx="771779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三类异常包：故障丢包、拥塞丢包、乱序包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trimming</a:t>
            </a:r>
            <a:r>
              <a:rPr lang="zh-CN" altLang="en-US"/>
              <a:t>只能标记拥塞丢包，但无法区分故障丢包和乱序包</a:t>
            </a:r>
            <a:endParaRPr lang="zh-CN" altLang="en-US"/>
          </a:p>
          <a:p>
            <a:r>
              <a:rPr lang="en-US" altLang="zh-CN"/>
              <a:t>SACK/NACK</a:t>
            </a:r>
            <a:r>
              <a:rPr lang="zh-CN" altLang="en-US"/>
              <a:t>无法区分丢包和乱序包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现有故障丢包只能通过发送端超时来触发</a:t>
            </a:r>
            <a:endParaRPr lang="zh-CN" altLang="en-US"/>
          </a:p>
          <a:p>
            <a:r>
              <a:rPr lang="en-US" altLang="zh-CN"/>
              <a:t>——</a:t>
            </a:r>
            <a:r>
              <a:rPr lang="zh-CN" altLang="en-US"/>
              <a:t>交换机多久能检测到故障（</a:t>
            </a:r>
            <a:r>
              <a:rPr lang="en-US" altLang="zh-CN"/>
              <a:t>1us</a:t>
            </a:r>
            <a:r>
              <a:rPr lang="zh-CN" altLang="en-US"/>
              <a:t>能识别到光电信号丢失，但控制面故障收敛需要</a:t>
            </a:r>
            <a:r>
              <a:rPr lang="en-US" altLang="zh-CN"/>
              <a:t>10ms</a:t>
            </a:r>
            <a:r>
              <a:rPr lang="zh-CN" altLang="en-US"/>
              <a:t>以上）？检测到故障，通知给哪个发送端呢？</a:t>
            </a:r>
            <a:endParaRPr lang="zh-CN" altLang="en-US"/>
          </a:p>
          <a:p>
            <a:r>
              <a:rPr lang="en-US" altLang="zh-CN"/>
              <a:t>——</a:t>
            </a:r>
            <a:r>
              <a:rPr lang="zh-CN" altLang="en-US"/>
              <a:t>另外，可以通过</a:t>
            </a:r>
            <a:r>
              <a:rPr lang="en-US" altLang="zh-CN"/>
              <a:t>probing</a:t>
            </a:r>
            <a:r>
              <a:rPr lang="zh-CN" altLang="en-US"/>
              <a:t>来更快检测到故障，但复杂度稍高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349500" y="117030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链路故障的测试用例，怎么设计的</a:t>
            </a:r>
            <a:endParaRPr lang="zh-CN" altLang="en-US"/>
          </a:p>
          <a:p>
            <a:r>
              <a:rPr lang="zh-CN" altLang="en-US"/>
              <a:t>（着重参考</a:t>
            </a:r>
            <a:r>
              <a:rPr lang="en-US" altLang="zh-CN"/>
              <a:t>MRC</a:t>
            </a:r>
            <a:r>
              <a:rPr lang="zh-CN" altLang="en-US"/>
              <a:t>、</a:t>
            </a:r>
            <a:r>
              <a:rPr lang="en-US" altLang="zh-CN"/>
              <a:t>REPS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2194</Words>
  <Application>WPS 演示</Application>
  <PresentationFormat>宽屏</PresentationFormat>
  <Paragraphs>126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REPS：基于源路由规避故障的逐包负载均衡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Windows11</dc:creator>
  <cp:lastModifiedBy>dxl</cp:lastModifiedBy>
  <cp:revision>74</cp:revision>
  <dcterms:created xsi:type="dcterms:W3CDTF">2023-08-09T12:44:00Z</dcterms:created>
  <dcterms:modified xsi:type="dcterms:W3CDTF">2026-08-11T16:31:13Z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23076AA259E247809A4B9A6BC009FAF5_12</vt:lpwstr>
  </property>
</Properties>
</file>